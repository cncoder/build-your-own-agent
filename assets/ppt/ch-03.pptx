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Helvetica Neue"/>
              </a:rPr>
              <a:t>Ch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2E8F0"/>
                </a:solidFill>
                <a:latin typeface="Helvetica Neue"/>
              </a:rPr>
              <a:t>Lena 诞生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8BDF8"/>
                </a:solidFill>
                <a:latin typeface="Helvetica Neue"/>
              </a:rPr>
              <a:t>50 行 Python 写出可跑的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Helvetica Neue"/>
              </a:rPr>
              <a:t>《从零构建你的 AI Agent：Claude Code &amp; OpenClaw 深度实战》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663440"/>
            <a:ext cx="57607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本章你将学会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977639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理解 6 模块共识：Config / Provider / Memory / ToolRegistry / AgentLoop / Skills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用裸 Python 实现最小 agent loop（无框架）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解析 tool_use 响应并回填 tool_result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跑通第一个工具调用：get_time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4690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读懂 nano-claw 同款结构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Agent 的原子结构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246120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while True: 不停询问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LLM 返回 tool_use → 执行工具 → 回填结果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LLM 返回 text → 打印给用户 → 等待下一轮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这就是 ReAct 循环的最小实现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DE80"/>
                </a:solidFill>
                <a:latin typeface="Helvetica Neue"/>
              </a:rPr>
              <a:t>6 模块共识（Config / Provider / Memory / ToolRegistry / AgentLoop / Skills）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solidFill>
            <a:srgbClr val="060810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DE80"/>
                </a:solidFill>
                <a:latin typeface="Courier New"/>
              </a:rPr>
              <a:t>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DE80"/>
                </a:solidFill>
                <a:latin typeface="Helvetica Neue"/>
              </a:rPr>
              <a:t>工具注册：get_time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solidFill>
            <a:srgbClr val="060810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DE80"/>
                </a:solidFill>
                <a:latin typeface="Courier New"/>
              </a:rPr>
              <a:t>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A78BFA"/>
                </a:solidFill>
                <a:latin typeface="Helvetica Neue"/>
              </a:rPr>
              <a:t>消息流：LLM ↔ 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solidFill>
            <a:srgbClr val="060810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Courier New"/>
              </a:rP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78BFA"/>
                </a:solidFill>
                <a:latin typeface="Helvetica Neue"/>
              </a:rPr>
              <a:t>▶ Mermaid 序列图（可用 mermaid-js 渲染为 PNG 替换此区域）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跑通的样子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977639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$ python lena.py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Lena&gt; 你好！我是 Lena，你的 AI 助手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你: 现在几点了？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Lena&gt; 现在是 2026-05-05T10:23:47.123456，也就是上午 10 点多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4690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共 47 行代码，零依赖（除 anthropic SDK）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Design Note：为什么不用 LangChain？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246120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LangChain 2023 年设计，抽象层太厚，隐藏了 tool_use 协议细节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学 agent 原理必须自己写 while 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nano-claw 是最佳教学参考：247 行覆盖完整 ReAct 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生产再引框架，先懂机制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246120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Agent = while + LLM + 工具 + 消息历史，四个要素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tool_use / tool_result 是 Anthropic 的结构化协议，不是魔法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50 行能跑通的代码比 500 行框架更能说明原理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下一章：给 Lena 加更多工具，设计「加工具不改核心」的注册机制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Helvetica Neue"/>
              </a:rPr>
              <a:t>代码在 book/chapters/ch03-lena-is-born/code/lena-v0.3/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2E8F0"/>
                </a:solidFill>
                <a:latin typeface="Helvetica Neue"/>
              </a:rPr>
              <a:t>Ch03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8BDF8"/>
                </a:solidFill>
                <a:latin typeface="Helvetica Neue"/>
              </a:rPr>
              <a:t>Lena v0.3 已就绪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663440"/>
            <a:ext cx="57607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